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0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6E1BF-B27D-44DA-ABB5-93DE07F1B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B20C5B-BAAC-4DBA-B9FA-3CF8CEE53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60867C-9A5B-44E2-A9AB-2F52E0216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CC164D-F120-42A3-A8FE-C17671D9B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BB0ECC-781B-473A-8069-D4DEEDC3D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006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9A201-7118-47B6-A1AF-A4C4E2B9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93787A-3587-4EC6-A5B3-C2F63660F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69ED07-22D7-4F3E-97F2-F8D5B98E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3E57A2-CC02-4460-ADAF-166F0CB9F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598B31-8DCB-4125-B0C2-B854F49F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760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D6B757-FC5E-47FC-8BB2-F38BABD2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30457A-E1CF-493D-B4CA-805035972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0FC817-7187-455E-B878-651F2257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0EA6FF-3C08-411D-A7C7-8C5D8F516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33FDB1-E301-4076-A46C-FF63FDF1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5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E0E164-5146-4610-AF1A-E40ACF45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4A2BD4-9DBD-4DC4-9F92-7E482D7D2A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4147682-8793-4109-A136-9C2839ECC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2CDB3A-392A-49A9-90B2-1D400ACC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4477A8-8291-4E40-B315-6F6D416C6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9C8137-F9BD-4169-B7EE-401B3814D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26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AAB7-423C-4D09-AF3D-9F325BB13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4206D-FB9C-47CE-A95B-77C90DD61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8DBDEB-B731-429B-98A6-0C4160EACB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475CAB-0CAB-48D0-B355-17470DE65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9FE63A-0928-412F-A5BA-A1804D98B2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1717980-A2EB-45BB-85B9-1B7DDDFAB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19C65E-84B8-4442-974B-990C65FB4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6053952-BD0E-45BB-94C7-2B4607CB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44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43319-362C-47DD-8768-C44C891FB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FC77BF-30B4-449A-A0A4-4C52ED378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04F71A2-CBAD-44A2-9121-6DC207538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3B5AB9-3FDF-4A17-A465-EE022DBE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98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18901A4-4F5A-43F9-9304-844C77EBD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B045737-B776-4E84-A052-BFFEDB513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09C8BCF-A89E-4FA4-9979-88E8D429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9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CFCD2-AA5B-41BA-A445-E1442AFB1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06A799-CAB6-4326-A7C6-5C19F0B8C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024AE9-5269-4024-B32C-FE18A210D0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0DFDEE-FEC8-4452-817C-75B1F702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51A48B2-B18F-48A7-B484-C9D0EDC2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F80BF77-B09C-4211-8638-97172A71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8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041F3D-4A62-402B-959D-675C3DE97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C134A01-C780-46B9-888B-2CAD71573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24649C-B82C-4819-A351-A89619A24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2D20EF-48B0-433D-8197-620704BF0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B8F15DC-7615-45FD-9ACB-FB7689E19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D9B7B8D-5A99-4C7D-AACA-DA230640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7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F6FA48-EEDB-4DCD-8697-1A3F4FC0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20F501D-A72B-44E9-B241-E5FE94A2C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110EBA-9A5C-4D61-BC78-9DFD11229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C90302-07E2-4882-8CC8-9B58C7BB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1BABE5-EB07-4C48-ABBF-D47F8B9C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0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CE3962-277C-476F-BA2A-90674065B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B0CC8A1-66F0-4F0E-B1AF-D418F5761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7CD754-2BB6-4CE0-8C95-6F570E40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E785BC-8FB9-472F-BA52-72EEB7BF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109E61-3078-47C1-A153-CA29DCCE5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6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3CC3E6F-D261-4531-B604-0428B42BE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5C4A47-EFDD-4468-B603-BE34B992D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BD88F4-C772-4FDE-B33C-310B2EDBE4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824AA-C5E0-43A3-9D5C-C53DE02E3F4C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BBAFF-AEAE-4E4C-B847-2ADA2029F1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89EECD-7A6A-485C-A191-4CD5DE31F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BC477-149D-413E-B93B-41C1A8D6287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381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39393C2-B8CE-4FF7-A579-27282B14B2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303" y="447052"/>
            <a:ext cx="1809164" cy="195745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FA76F8-AD04-438F-81FB-997D4A02E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6889" y="5077690"/>
            <a:ext cx="1886542" cy="206451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798E5C5-827D-4F1B-88AC-9AC2537DA998}"/>
              </a:ext>
            </a:extLst>
          </p:cNvPr>
          <p:cNvSpPr txBox="1"/>
          <p:nvPr/>
        </p:nvSpPr>
        <p:spPr>
          <a:xfrm>
            <a:off x="9852455" y="-5450"/>
            <a:ext cx="2339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CV</a:t>
            </a:r>
            <a:endParaRPr lang="en-US" sz="3600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5D95F19-00B8-401B-8C04-B1C0AE707B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852454" cy="6858000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504AD4A-104A-45E0-8819-4A15E9CB9462}"/>
              </a:ext>
            </a:extLst>
          </p:cNvPr>
          <p:cNvSpPr txBox="1"/>
          <p:nvPr/>
        </p:nvSpPr>
        <p:spPr>
          <a:xfrm>
            <a:off x="9850874" y="2202440"/>
            <a:ext cx="233954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APP</a:t>
            </a:r>
            <a:endParaRPr lang="en-US" sz="3600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DF48708-E284-419B-BD38-6219BF4EA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9223" y="2684315"/>
            <a:ext cx="2005570" cy="2250152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6EA5355-34DD-410A-858D-E5BB38A84CAE}"/>
              </a:ext>
            </a:extLst>
          </p:cNvPr>
          <p:cNvSpPr txBox="1"/>
          <p:nvPr/>
        </p:nvSpPr>
        <p:spPr>
          <a:xfrm>
            <a:off x="9850874" y="4539436"/>
            <a:ext cx="2339545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600" b="1" dirty="0"/>
              <a:t>LANDING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3713361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66AF86F-742D-477D-958E-F8A071B1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56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Oscar Fraile</dc:creator>
  <cp:lastModifiedBy>Oscar Fraile</cp:lastModifiedBy>
  <cp:revision>1</cp:revision>
  <dcterms:created xsi:type="dcterms:W3CDTF">2026-06-16T10:59:54Z</dcterms:created>
  <dcterms:modified xsi:type="dcterms:W3CDTF">2026-06-16T11:04:59Z</dcterms:modified>
</cp:coreProperties>
</file>